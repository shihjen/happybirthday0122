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81" r:id="rId5"/>
    <p:sldId id="270" r:id="rId6"/>
    <p:sldId id="282" r:id="rId7"/>
    <p:sldId id="267" r:id="rId8"/>
    <p:sldId id="257" r:id="rId9"/>
    <p:sldId id="272" r:id="rId10"/>
    <p:sldId id="258" r:id="rId11"/>
    <p:sldId id="279" r:id="rId12"/>
    <p:sldId id="275" r:id="rId13"/>
    <p:sldId id="260" r:id="rId14"/>
    <p:sldId id="261" r:id="rId15"/>
    <p:sldId id="262" r:id="rId16"/>
    <p:sldId id="263" r:id="rId17"/>
    <p:sldId id="274" r:id="rId18"/>
    <p:sldId id="264" r:id="rId19"/>
    <p:sldId id="269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E40"/>
    <a:srgbClr val="05F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879A3-04E3-4394-B464-789070EA4CE7}" v="19" dt="2022-01-09T12:31:30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ED7D-7ABD-4745-A211-775E758D1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97286-66F9-451F-912F-9B550F832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344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17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5854045" y="666946"/>
            <a:ext cx="4062951" cy="552410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884" t="-15198" r="-44415" b="-188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B22B2F-D540-4088-9A10-607DFFDBC1E5}"/>
              </a:ext>
            </a:extLst>
          </p:cNvPr>
          <p:cNvSpPr/>
          <p:nvPr/>
        </p:nvSpPr>
        <p:spPr>
          <a:xfrm>
            <a:off x="650451" y="65989"/>
            <a:ext cx="1894788" cy="173453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356DF6-B938-492C-8163-48151BE295CE}"/>
              </a:ext>
            </a:extLst>
          </p:cNvPr>
          <p:cNvSpPr/>
          <p:nvPr/>
        </p:nvSpPr>
        <p:spPr>
          <a:xfrm>
            <a:off x="9238268" y="2007910"/>
            <a:ext cx="2501246" cy="455786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3462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3601038" y="666946"/>
            <a:ext cx="4062951" cy="552410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884" t="-15198" r="-44415" b="-188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B22B2F-D540-4088-9A10-607DFFDBC1E5}"/>
              </a:ext>
            </a:extLst>
          </p:cNvPr>
          <p:cNvSpPr/>
          <p:nvPr/>
        </p:nvSpPr>
        <p:spPr>
          <a:xfrm>
            <a:off x="650451" y="65989"/>
            <a:ext cx="1894788" cy="173453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356DF6-B938-492C-8163-48151BE295CE}"/>
              </a:ext>
            </a:extLst>
          </p:cNvPr>
          <p:cNvSpPr/>
          <p:nvPr/>
        </p:nvSpPr>
        <p:spPr>
          <a:xfrm>
            <a:off x="9238268" y="2007910"/>
            <a:ext cx="2501246" cy="455786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178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B22B2F-D540-4088-9A10-607DFFDBC1E5}"/>
              </a:ext>
            </a:extLst>
          </p:cNvPr>
          <p:cNvSpPr/>
          <p:nvPr/>
        </p:nvSpPr>
        <p:spPr>
          <a:xfrm>
            <a:off x="650451" y="65989"/>
            <a:ext cx="1894788" cy="17345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356DF6-B938-492C-8163-48151BE295CE}"/>
              </a:ext>
            </a:extLst>
          </p:cNvPr>
          <p:cNvSpPr/>
          <p:nvPr/>
        </p:nvSpPr>
        <p:spPr>
          <a:xfrm>
            <a:off x="9238268" y="2007910"/>
            <a:ext cx="2501246" cy="45578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975768-5280-4B79-9AFC-0FFE3EA4279B}"/>
              </a:ext>
            </a:extLst>
          </p:cNvPr>
          <p:cNvGrpSpPr/>
          <p:nvPr/>
        </p:nvGrpSpPr>
        <p:grpSpPr>
          <a:xfrm>
            <a:off x="1530282" y="669303"/>
            <a:ext cx="4484019" cy="5446337"/>
            <a:chOff x="1124929" y="933255"/>
            <a:chExt cx="4062951" cy="528490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16A50A-F9AD-4DE9-BA26-EE3863276B0E}"/>
                </a:ext>
              </a:extLst>
            </p:cNvPr>
            <p:cNvSpPr/>
            <p:nvPr/>
          </p:nvSpPr>
          <p:spPr>
            <a:xfrm>
              <a:off x="1124929" y="2822151"/>
              <a:ext cx="4062951" cy="3396005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36885" t="-87387" r="-44415" b="-307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99813D-D734-47DB-A63D-B765F742C872}"/>
                </a:ext>
              </a:extLst>
            </p:cNvPr>
            <p:cNvSpPr/>
            <p:nvPr/>
          </p:nvSpPr>
          <p:spPr>
            <a:xfrm>
              <a:off x="2875175" y="933255"/>
              <a:ext cx="1583703" cy="191717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78015" t="-84000" r="-85052" b="-33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918783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F826CF-E86E-4154-91FC-E9767F44D3EE}"/>
              </a:ext>
            </a:extLst>
          </p:cNvPr>
          <p:cNvSpPr/>
          <p:nvPr/>
        </p:nvSpPr>
        <p:spPr>
          <a:xfrm>
            <a:off x="2488677" y="424206"/>
            <a:ext cx="6689892" cy="585404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26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F3BC87-E7C3-421A-ADE4-3C7F73B6274A}"/>
              </a:ext>
            </a:extLst>
          </p:cNvPr>
          <p:cNvSpPr/>
          <p:nvPr/>
        </p:nvSpPr>
        <p:spPr>
          <a:xfrm>
            <a:off x="2733772" y="273378"/>
            <a:ext cx="6579909" cy="61368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99FA1-7C13-419F-A76D-2AFD45DE305C}"/>
              </a:ext>
            </a:extLst>
          </p:cNvPr>
          <p:cNvSpPr txBox="1"/>
          <p:nvPr/>
        </p:nvSpPr>
        <p:spPr>
          <a:xfrm>
            <a:off x="1027521" y="529587"/>
            <a:ext cx="6325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It is………</a:t>
            </a:r>
          </a:p>
        </p:txBody>
      </p:sp>
    </p:spTree>
    <p:extLst>
      <p:ext uri="{BB962C8B-B14F-4D97-AF65-F5344CB8AC3E}">
        <p14:creationId xmlns:p14="http://schemas.microsoft.com/office/powerpoint/2010/main" val="398292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C4DAE26-D502-4C90-9A72-C57F20D2C4CE}"/>
              </a:ext>
            </a:extLst>
          </p:cNvPr>
          <p:cNvGrpSpPr/>
          <p:nvPr/>
        </p:nvGrpSpPr>
        <p:grpSpPr>
          <a:xfrm>
            <a:off x="5382704" y="1293159"/>
            <a:ext cx="6579909" cy="4485472"/>
            <a:chOff x="5486399" y="2085010"/>
            <a:chExt cx="6579909" cy="448547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DF3BC87-E7C3-421A-ADE4-3C7F73B6274A}"/>
                </a:ext>
              </a:extLst>
            </p:cNvPr>
            <p:cNvSpPr/>
            <p:nvPr/>
          </p:nvSpPr>
          <p:spPr>
            <a:xfrm>
              <a:off x="5486399" y="2743199"/>
              <a:ext cx="6579909" cy="3827283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6034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A80B735-4786-4AFD-BB5A-D6C5E926D9AD}"/>
                </a:ext>
              </a:extLst>
            </p:cNvPr>
            <p:cNvSpPr/>
            <p:nvPr/>
          </p:nvSpPr>
          <p:spPr>
            <a:xfrm>
              <a:off x="5957740" y="2168165"/>
              <a:ext cx="1310326" cy="970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AD18D8-8528-463C-B314-9A1B7CDF6C20}"/>
                </a:ext>
              </a:extLst>
            </p:cNvPr>
            <p:cNvSpPr/>
            <p:nvPr/>
          </p:nvSpPr>
          <p:spPr>
            <a:xfrm>
              <a:off x="10199802" y="2085010"/>
              <a:ext cx="1310326" cy="970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A3269BB-B4B4-4F90-922C-F6AF8A7A5FC7}"/>
              </a:ext>
            </a:extLst>
          </p:cNvPr>
          <p:cNvSpPr txBox="1"/>
          <p:nvPr/>
        </p:nvSpPr>
        <p:spPr>
          <a:xfrm>
            <a:off x="417922" y="1754629"/>
            <a:ext cx="6579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That’s means Wan Zhen’s birthday is around the corner…..</a:t>
            </a:r>
          </a:p>
        </p:txBody>
      </p:sp>
    </p:spTree>
    <p:extLst>
      <p:ext uri="{BB962C8B-B14F-4D97-AF65-F5344CB8AC3E}">
        <p14:creationId xmlns:p14="http://schemas.microsoft.com/office/powerpoint/2010/main" val="3821753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452487" y="470898"/>
            <a:ext cx="6579909" cy="61368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9C27C-D80A-4362-A927-DBEBA18E68E2}"/>
              </a:ext>
            </a:extLst>
          </p:cNvPr>
          <p:cNvSpPr txBox="1"/>
          <p:nvPr/>
        </p:nvSpPr>
        <p:spPr>
          <a:xfrm>
            <a:off x="5612091" y="1783352"/>
            <a:ext cx="65799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I should get her a gift…</a:t>
            </a:r>
          </a:p>
        </p:txBody>
      </p:sp>
    </p:spTree>
    <p:extLst>
      <p:ext uri="{BB962C8B-B14F-4D97-AF65-F5344CB8AC3E}">
        <p14:creationId xmlns:p14="http://schemas.microsoft.com/office/powerpoint/2010/main" val="236582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678730" y="718793"/>
            <a:ext cx="4072379" cy="542041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7083" t="-10087" r="-34491" b="-313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DC7800-C040-4356-B7B4-2D8E406F09CB}"/>
              </a:ext>
            </a:extLst>
          </p:cNvPr>
          <p:cNvSpPr txBox="1"/>
          <p:nvPr/>
        </p:nvSpPr>
        <p:spPr>
          <a:xfrm>
            <a:off x="4436880" y="1264878"/>
            <a:ext cx="7233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But.. wait….what should I get for her ??</a:t>
            </a:r>
          </a:p>
        </p:txBody>
      </p:sp>
    </p:spTree>
    <p:extLst>
      <p:ext uri="{BB962C8B-B14F-4D97-AF65-F5344CB8AC3E}">
        <p14:creationId xmlns:p14="http://schemas.microsoft.com/office/powerpoint/2010/main" val="169396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3538193" y="2105270"/>
            <a:ext cx="4034672" cy="475817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7967" t="-47202" r="-3142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235ADE-1883-4D2C-B4A9-BD74FD1C88DA}"/>
              </a:ext>
            </a:extLst>
          </p:cNvPr>
          <p:cNvSpPr/>
          <p:nvPr/>
        </p:nvSpPr>
        <p:spPr>
          <a:xfrm rot="21390111">
            <a:off x="1482283" y="448352"/>
            <a:ext cx="2403836" cy="221058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2B3A4-90F4-4358-84FE-81985D01D641}"/>
              </a:ext>
            </a:extLst>
          </p:cNvPr>
          <p:cNvSpPr/>
          <p:nvPr/>
        </p:nvSpPr>
        <p:spPr>
          <a:xfrm rot="374112">
            <a:off x="7803707" y="463037"/>
            <a:ext cx="2039250" cy="200307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986" t="-8529" r="-649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84795682-BCE3-42E7-905B-F003604FBB54}"/>
              </a:ext>
            </a:extLst>
          </p:cNvPr>
          <p:cNvSpPr/>
          <p:nvPr/>
        </p:nvSpPr>
        <p:spPr>
          <a:xfrm rot="1232042">
            <a:off x="6724696" y="116283"/>
            <a:ext cx="4034671" cy="3124183"/>
          </a:xfrm>
          <a:prstGeom prst="cloudCallo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35F28084-839F-4DFF-9AEB-EFFC06762C8B}"/>
              </a:ext>
            </a:extLst>
          </p:cNvPr>
          <p:cNvSpPr/>
          <p:nvPr/>
        </p:nvSpPr>
        <p:spPr>
          <a:xfrm rot="20367958" flipH="1">
            <a:off x="723536" y="203881"/>
            <a:ext cx="4034671" cy="3124183"/>
          </a:xfrm>
          <a:prstGeom prst="cloudCallou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A9D0B-F821-4FEC-BB78-C2F65041505A}"/>
              </a:ext>
            </a:extLst>
          </p:cNvPr>
          <p:cNvSpPr txBox="1"/>
          <p:nvPr/>
        </p:nvSpPr>
        <p:spPr>
          <a:xfrm>
            <a:off x="6667973" y="5404694"/>
            <a:ext cx="5071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 err="1">
                <a:solidFill>
                  <a:srgbClr val="FF4E40"/>
                </a:solidFill>
                <a:latin typeface="Forte" panose="03060902040502070203" pitchFamily="66" charset="0"/>
              </a:rPr>
              <a:t>Ballon</a:t>
            </a:r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 or Flower?</a:t>
            </a:r>
          </a:p>
        </p:txBody>
      </p:sp>
    </p:spTree>
    <p:extLst>
      <p:ext uri="{BB962C8B-B14F-4D97-AF65-F5344CB8AC3E}">
        <p14:creationId xmlns:p14="http://schemas.microsoft.com/office/powerpoint/2010/main" val="202720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E4984-C18A-43E5-8D16-93CC48619F05}"/>
              </a:ext>
            </a:extLst>
          </p:cNvPr>
          <p:cNvSpPr/>
          <p:nvPr/>
        </p:nvSpPr>
        <p:spPr>
          <a:xfrm>
            <a:off x="3368512" y="499620"/>
            <a:ext cx="5825765" cy="618398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30" t="-6897" r="-8844" b="-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078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F119C8-516D-46AD-893E-DF83238B21EA}"/>
              </a:ext>
            </a:extLst>
          </p:cNvPr>
          <p:cNvSpPr/>
          <p:nvPr/>
        </p:nvSpPr>
        <p:spPr>
          <a:xfrm>
            <a:off x="4854804" y="872699"/>
            <a:ext cx="6419653" cy="573149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72E94-00F0-48FC-B9F9-60FD6D352AAB}"/>
              </a:ext>
            </a:extLst>
          </p:cNvPr>
          <p:cNvSpPr txBox="1"/>
          <p:nvPr/>
        </p:nvSpPr>
        <p:spPr>
          <a:xfrm>
            <a:off x="314305" y="253804"/>
            <a:ext cx="5483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then.. how about …. </a:t>
            </a:r>
          </a:p>
        </p:txBody>
      </p:sp>
    </p:spTree>
    <p:extLst>
      <p:ext uri="{BB962C8B-B14F-4D97-AF65-F5344CB8AC3E}">
        <p14:creationId xmlns:p14="http://schemas.microsoft.com/office/powerpoint/2010/main" val="211256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5E594E-91EA-4352-9A35-35AD2E03DAE5}"/>
              </a:ext>
            </a:extLst>
          </p:cNvPr>
          <p:cNvSpPr/>
          <p:nvPr/>
        </p:nvSpPr>
        <p:spPr>
          <a:xfrm>
            <a:off x="1178351" y="1081676"/>
            <a:ext cx="3988716" cy="44777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365" t="-22138" r="-28996" b="-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A644D-B48A-4432-9D02-BA1FE9BA9F2A}"/>
              </a:ext>
            </a:extLst>
          </p:cNvPr>
          <p:cNvSpPr txBox="1"/>
          <p:nvPr/>
        </p:nvSpPr>
        <p:spPr>
          <a:xfrm>
            <a:off x="5167067" y="2813853"/>
            <a:ext cx="64805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but maybe she doesn’t have time…..</a:t>
            </a:r>
          </a:p>
        </p:txBody>
      </p:sp>
    </p:spTree>
    <p:extLst>
      <p:ext uri="{BB962C8B-B14F-4D97-AF65-F5344CB8AC3E}">
        <p14:creationId xmlns:p14="http://schemas.microsoft.com/office/powerpoint/2010/main" val="3904186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6212265" y="544398"/>
            <a:ext cx="4911365" cy="576920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659" t="-6372" r="-1631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F5147-91D0-46F1-A279-AE23B92B56B5}"/>
              </a:ext>
            </a:extLst>
          </p:cNvPr>
          <p:cNvSpPr txBox="1"/>
          <p:nvPr/>
        </p:nvSpPr>
        <p:spPr>
          <a:xfrm>
            <a:off x="936396" y="4456522"/>
            <a:ext cx="52758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then what could I give her ??</a:t>
            </a:r>
          </a:p>
        </p:txBody>
      </p:sp>
    </p:spTree>
    <p:extLst>
      <p:ext uri="{BB962C8B-B14F-4D97-AF65-F5344CB8AC3E}">
        <p14:creationId xmlns:p14="http://schemas.microsoft.com/office/powerpoint/2010/main" val="4061734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603315" y="150829"/>
            <a:ext cx="6938128" cy="610418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01B14-727B-4690-A92A-D0FB2B852D94}"/>
              </a:ext>
            </a:extLst>
          </p:cNvPr>
          <p:cNvSpPr txBox="1"/>
          <p:nvPr/>
        </p:nvSpPr>
        <p:spPr>
          <a:xfrm>
            <a:off x="5355603" y="2308453"/>
            <a:ext cx="5071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Aha !!</a:t>
            </a:r>
          </a:p>
        </p:txBody>
      </p:sp>
    </p:spTree>
    <p:extLst>
      <p:ext uri="{BB962C8B-B14F-4D97-AF65-F5344CB8AC3E}">
        <p14:creationId xmlns:p14="http://schemas.microsoft.com/office/powerpoint/2010/main" val="2030786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2682FE8-6585-42B7-829E-958BC5ED0138}"/>
              </a:ext>
            </a:extLst>
          </p:cNvPr>
          <p:cNvGrpSpPr/>
          <p:nvPr/>
        </p:nvGrpSpPr>
        <p:grpSpPr>
          <a:xfrm>
            <a:off x="2073897" y="-1093511"/>
            <a:ext cx="7772400" cy="7202080"/>
            <a:chOff x="2102177" y="-622171"/>
            <a:chExt cx="7772400" cy="72020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833CDD-36A0-43FD-B1DA-146B8ADE3514}"/>
                </a:ext>
              </a:extLst>
            </p:cNvPr>
            <p:cNvSpPr/>
            <p:nvPr/>
          </p:nvSpPr>
          <p:spPr>
            <a:xfrm>
              <a:off x="2582944" y="443059"/>
              <a:ext cx="6579909" cy="6136850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D70D66A-5FE8-4FF3-87A3-AE7743DC564D}"/>
                </a:ext>
              </a:extLst>
            </p:cNvPr>
            <p:cNvSpPr/>
            <p:nvPr/>
          </p:nvSpPr>
          <p:spPr>
            <a:xfrm>
              <a:off x="2102177" y="801278"/>
              <a:ext cx="2667786" cy="246982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EE631DB-8D3F-45E6-B2A8-8D990945A79F}"/>
                </a:ext>
              </a:extLst>
            </p:cNvPr>
            <p:cNvSpPr/>
            <p:nvPr/>
          </p:nvSpPr>
          <p:spPr>
            <a:xfrm>
              <a:off x="3095135" y="-197963"/>
              <a:ext cx="2667786" cy="246982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2C89FC9-18C3-4A1D-9245-B3017925B09C}"/>
                </a:ext>
              </a:extLst>
            </p:cNvPr>
            <p:cNvSpPr/>
            <p:nvPr/>
          </p:nvSpPr>
          <p:spPr>
            <a:xfrm>
              <a:off x="4672553" y="-622171"/>
              <a:ext cx="2667786" cy="246982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8271D39-E45A-4115-998E-4890948108B1}"/>
                </a:ext>
              </a:extLst>
            </p:cNvPr>
            <p:cNvSpPr/>
            <p:nvPr/>
          </p:nvSpPr>
          <p:spPr>
            <a:xfrm>
              <a:off x="5872898" y="-410067"/>
              <a:ext cx="2667786" cy="246982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6E578A-F9B9-4030-8CF8-12B755C8FF07}"/>
                </a:ext>
              </a:extLst>
            </p:cNvPr>
            <p:cNvSpPr/>
            <p:nvPr/>
          </p:nvSpPr>
          <p:spPr>
            <a:xfrm>
              <a:off x="7206791" y="801278"/>
              <a:ext cx="2667786" cy="246982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83970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499621" y="560894"/>
            <a:ext cx="6579909" cy="61368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98B60-5326-49DE-BCB1-626ACAD32127}"/>
              </a:ext>
            </a:extLst>
          </p:cNvPr>
          <p:cNvSpPr txBox="1"/>
          <p:nvPr/>
        </p:nvSpPr>
        <p:spPr>
          <a:xfrm>
            <a:off x="5178458" y="160256"/>
            <a:ext cx="74534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800" dirty="0">
                <a:solidFill>
                  <a:srgbClr val="FF4E40"/>
                </a:solidFill>
                <a:latin typeface="Forte" panose="03060902040502070203" pitchFamily="66" charset="0"/>
              </a:rPr>
              <a:t>I’ll send my wishes to her in a different way….</a:t>
            </a:r>
          </a:p>
        </p:txBody>
      </p:sp>
    </p:spTree>
    <p:extLst>
      <p:ext uri="{BB962C8B-B14F-4D97-AF65-F5344CB8AC3E}">
        <p14:creationId xmlns:p14="http://schemas.microsoft.com/office/powerpoint/2010/main" val="85338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999242" y="1583703"/>
            <a:ext cx="6711884" cy="489251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474" t="-62037" r="-16927" b="-3888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3C23A-949C-4400-A11F-25A907F993B2}"/>
              </a:ext>
            </a:extLst>
          </p:cNvPr>
          <p:cNvSpPr txBox="1"/>
          <p:nvPr/>
        </p:nvSpPr>
        <p:spPr>
          <a:xfrm>
            <a:off x="2064471" y="592450"/>
            <a:ext cx="6061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err="1">
                <a:solidFill>
                  <a:srgbClr val="FF4E40"/>
                </a:solidFill>
                <a:latin typeface="Forte" panose="03060902040502070203" pitchFamily="66" charset="0"/>
              </a:rPr>
              <a:t>taap</a:t>
            </a:r>
            <a:r>
              <a:rPr lang="en-US" altLang="zh-CN" sz="4800" dirty="0">
                <a:solidFill>
                  <a:srgbClr val="FF4E40"/>
                </a:solidFill>
                <a:latin typeface="Forte" panose="03060902040502070203" pitchFamily="66" charset="0"/>
              </a:rPr>
              <a:t>..  </a:t>
            </a:r>
            <a:r>
              <a:rPr lang="en-US" altLang="zh-CN" sz="4800" dirty="0" err="1">
                <a:solidFill>
                  <a:srgbClr val="FF4E40"/>
                </a:solidFill>
                <a:latin typeface="Forte" panose="03060902040502070203" pitchFamily="66" charset="0"/>
              </a:rPr>
              <a:t>taap</a:t>
            </a:r>
            <a:r>
              <a:rPr lang="en-US" altLang="zh-CN" sz="4800" dirty="0">
                <a:solidFill>
                  <a:srgbClr val="FF4E40"/>
                </a:solidFill>
                <a:latin typeface="Forte" panose="03060902040502070203" pitchFamily="66" charset="0"/>
              </a:rPr>
              <a:t>..  </a:t>
            </a:r>
            <a:r>
              <a:rPr lang="en-US" altLang="zh-CN" sz="4800" dirty="0" err="1">
                <a:solidFill>
                  <a:srgbClr val="FF4E40"/>
                </a:solidFill>
                <a:latin typeface="Forte" panose="03060902040502070203" pitchFamily="66" charset="0"/>
              </a:rPr>
              <a:t>taaap</a:t>
            </a:r>
            <a:r>
              <a:rPr lang="en-US" altLang="zh-CN" sz="4800" dirty="0">
                <a:solidFill>
                  <a:srgbClr val="FF4E40"/>
                </a:solidFill>
                <a:latin typeface="Forte" panose="03060902040502070203" pitchFamily="66" charset="0"/>
              </a:rPr>
              <a:t>…</a:t>
            </a:r>
            <a:endParaRPr lang="en-SG" sz="4800" dirty="0">
              <a:solidFill>
                <a:srgbClr val="FF4E40"/>
              </a:solidFill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14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2696065" y="360575"/>
            <a:ext cx="6579909" cy="61368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990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952107" y="320511"/>
            <a:ext cx="6579909" cy="61368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6829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33CDD-36A0-43FD-B1DA-146B8ADE3514}"/>
              </a:ext>
            </a:extLst>
          </p:cNvPr>
          <p:cNvSpPr/>
          <p:nvPr/>
        </p:nvSpPr>
        <p:spPr>
          <a:xfrm>
            <a:off x="4600281" y="584461"/>
            <a:ext cx="6579909" cy="613685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359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73</Words>
  <Application>Microsoft Office PowerPoint</Application>
  <PresentationFormat>Widescreen</PresentationFormat>
  <Paragraphs>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Forte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 Shih Jen</dc:creator>
  <cp:lastModifiedBy>Tan Shih Jen</cp:lastModifiedBy>
  <cp:revision>9</cp:revision>
  <dcterms:created xsi:type="dcterms:W3CDTF">2022-01-09T08:35:42Z</dcterms:created>
  <dcterms:modified xsi:type="dcterms:W3CDTF">2022-01-13T14:20:42Z</dcterms:modified>
</cp:coreProperties>
</file>